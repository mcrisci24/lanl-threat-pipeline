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live URL. Pause to let people read it. Note the subtitle: this is more than a model + API. The two-line subtitle is the framing - distributed pipeline plus explainable + counterfactual XAI.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decision that separates this from a tutorial. Our first model had validation F1 near 1.0 because of subtle leakage. Rebuilding the target as 'next window' and adding the leakage assertion was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 is 7.1 GB compressed and gzip-non-splittable - we will see why that matters two slides from now. Redteam is the tiny ground-truth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this home: the entire signal is the red sliver. ROC AUC and PR AUC are the right metrics; F1 is misleading without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rubric framing. The accent colors on the diagram match the legend. Walk top to bottom following the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important conceptual point about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 of defense. Real-world anti-leakage isn't a vibe - it's three concrete code mechanisms working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distributed-computing trade-offs. The gzip-non-splittable insight is exactly the kind of detail that signals deep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rubric requires Model Registry, not just MLflow tracking. The alias is what makes it auditable - any reviewer can answer 'which version is serving prod' in one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two headline numbers: ROC AUC 0.881 and PR AUC 0.039. Pre-empt the precision question by explaining the imbalance arithmetic. Mention threshold tuning is what we use to control operating-point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 domain insight, not just an ML artifact. The model is telling us something interesting about how attacks look in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/health endpoint actually checks the MODEL is loaded, not just that the process is alive - small detail that matters for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demos hand-wave explainability with SHAP. We do the EXACT decomposition. This makes the model behave like a triage assistant - a SOC analyst reads 'auth_failure_ratio of 0.75 raised risk by 2.33 log-odds' and knows what to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Counterfactual XAI is an active 2024 research area. Few capstones implement it. The math is exact for our linear model. Demo on stage: pick the failed-logon-storm preset, system literally suggests 'reduce auth_failure_ratio from 0.75 to 0.04'.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numbers: 35x PR AUC improvement from LR to LightGBM. The chart shows it across all four metrics. Then explain the picking mechanism (MLflow tracking + Model Registry alias). Finish with cost-aware thresholds - demo live by entering a 100-to-1 FN/FP cost and watching the system pick the right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visual peak of the demo. Click Live monitor tab, click Start stream, wait two seconds for the batch-score, watch the dots appear. Around 10 seconds in, click 'Inject HIGH-risk row' - the big white-bordered red dot lands and the alert banner fires. Then deliver the disclaimer line verbatim: 'this is a streaming simulator, swapping it for Kinesis is a wire-format change, not a model change.' That sentence is what wins the rubric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smoke test on stage. PASS shows up at the end. That's the same script the grader will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pivot as a strength, not a weakness. Every capability the rubric requires is still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what you didn't do. Honesty + specific roadmap signals real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confidently. Repeat the live URL. Prepared Q&amp;A topics: (1) why stratified random split, (2) why precision so low, (3) why sklearn after Spark, (4) /counterfactual vs SHAP, (5) what about cost overruns, (6) what would streaming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1" i="0">
                <a:solidFill>
                  <a:srgbClr val="E65555"/>
                </a:solidFill>
              </a:rPr>
              <a:t>DISTRIBUTED COMPUTING FOR DATA SCIENCE  -  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LANL Threat Prediction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11887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400" b="0" i="0">
                <a:solidFill>
                  <a:srgbClr val="D1D5DB"/>
                </a:solidFill>
              </a:rPr>
              <a:t>An AWS-first distributed pipeline
with explainable + counterfactual XAI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Presenter      Mark Crisci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Live URL       https://lanlthreat.streamlit.app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API endpoint   http://98.94.30.68:8000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5E7EB"/>
                </a:solidFill>
                <a:latin typeface="Consolas"/>
              </a:rPr>
              <a:t>Repository     https://github.com/mcrisci24/lanl-threat-pipeline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Prediction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400" b="1" i="1">
                <a:solidFill>
                  <a:srgbClr val="1F2A44"/>
                </a:solidFill>
              </a:rPr>
              <a:t>"Given a computer's behavior in the current hour,
 will it show red-team activity in the NEXT hour?"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3200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Target = redteam_current_flag at window t+1 (Spark window lead)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All current-window red-team columns explicitly removed from features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Training script asserts no leakage column survives - fails the run if any do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Why not predict the CURRENT window?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    Same-window prediction is description, not prediction.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1A"/>
                </a:solidFill>
              </a:rPr>
              <a:t>    Next-window framing is the operationally honest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Data — LANL multi-source telemetry</a:t>
            </a:r>
          </a:p>
        </p:txBody>
      </p:sp>
      <p:pic>
        <p:nvPicPr>
          <p:cNvPr id="5" name="Picture 4" descr="data_volu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132320" cy="3904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280160"/>
            <a:ext cx="41148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</a:rPr>
              <a:t>5 telemetry streams,  ~11 GB compressed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4114800" cy="457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auth — authentication events (the bottleneck source)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flows — network flow records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proc — process lifecycle events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dns — DNS resolutions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redteam — ground-truth attack labels (4.7 KB)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Refresh: one-time historical dataset.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</a:rPr>
              <a:t>Each source has its own row grain in silver.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signal is a red sliver</a:t>
            </a:r>
          </a:p>
        </p:txBody>
      </p:sp>
      <p:pic>
        <p:nvPicPr>
          <p:cNvPr id="5" name="Picture 4" descr="class_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430000" cy="5064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700" b="0" i="0">
                <a:solidFill>
                  <a:srgbClr val="1F2A44"/>
                </a:solidFill>
              </a:rPr>
              <a:t>596 positives in 13.9 M rows = 0.0043 % positive rate. Accuracy is meaningless on this scale - a model that predicts ALL benign is 99.996 % accurate AND completely useless.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Architecture — AWS-first, 3 distributed stages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11430000" cy="6051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972800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F2A44"/>
                </a:solidFill>
              </a:rPr>
              <a:t>Spec requires &gt;= 2 distributed stages. This project has 3: S3 (cloud storage), EMR PySpark (distributed compute), FastAPI on EC2 + Streamlit Cloud (cloud serving).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Medallion in plain English</a:t>
            </a:r>
          </a:p>
        </p:txBody>
      </p:sp>
      <p:pic>
        <p:nvPicPr>
          <p:cNvPr id="5" name="Picture 4" descr="medallio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11430000" cy="5980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972800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F2A44"/>
                </a:solidFill>
              </a:rPr>
              <a:t>The row grain CHANGES at gold. Silver is many events. Gold is one host per hour. That shift is what makes this a behavior-prediction problem rather than an event classifier.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Anti-leakage by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749039" cy="40233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E65555"/>
                </a:solidFill>
              </a:rPr>
              <a:t>1.  Future-window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383280" cy="3108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Built with Spark `lead()` over (computer, time_window).
target = next-window redteam_current_flag.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749039" cy="40233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338328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E65555"/>
                </a:solidFill>
              </a:rPr>
              <a:t>2.  Drop current-window red-team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3383280" cy="3108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redteam_src_event_count
redteam_dst_event_count
redteam_event_count
redteam_current_flag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280160"/>
            <a:ext cx="3749039" cy="40233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463040"/>
            <a:ext cx="338328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E65555"/>
                </a:solidFill>
              </a:rPr>
              <a:t>3.  Code-level assertion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03120"/>
            <a:ext cx="3383280" cy="3108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assert_no_leakage(feature_cols)
fails the training run if any
leakage column survives.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</a:rPr>
              <a:t>Plus stratified random 60/20/20 split: in LANL all positives occur in a finite campaign window, so a strict time-aware split leaves valid/test with zero positives. Documented trade-off.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pipeline actually ran</a:t>
            </a:r>
          </a:p>
        </p:txBody>
      </p:sp>
      <p:pic>
        <p:nvPicPr>
          <p:cNvPr id="5" name="Picture 4" descr="pipelin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430000" cy="39052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06240"/>
            <a:ext cx="10972800" cy="24688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Single transient EMR cluster, 3 x m5.xlarge (12 vCPUs total).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Cluster auto-terminated after both Spark steps completed.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Surprise constraint: gzip-compressed CSV is NOT splittable in Spark.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The 7.1 GB auth file was decompressed on ONE core. The other 11 cores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sat idle through most of bronze_to_silver. In production we'd land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raw .gz files as bzip2 or Snappy parquet on ingest to fix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model + MLflow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Two scikit-learn pipelines, both wrapped: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ColumnTransformer(SimpleImputer(median) -&gt; StandardScaler) -&gt; classifier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    1.  logistic_regression_baseline   (class_weight='balanced')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    2.  random_forest_model            (300 trees, balanced)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Every run logged to MLflow: metrics, params, leakage metadata, artifact.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Winning version registered as  lanl_threat_predictor  v4,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alias  Production  (the version the API actually serves).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The Model Registry alias is the auditable answer to: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'Which version is in production right now?'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Evaluation — honest numbers (served model)</a:t>
            </a:r>
          </a:p>
        </p:txBody>
      </p:sp>
      <p:pic>
        <p:nvPicPr>
          <p:cNvPr id="5" name="Picture 4" descr="metric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430000" cy="3116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97680"/>
            <a:ext cx="10972800" cy="24688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Test ROC AUC = 0.881  -  given a positive + negative pair, the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model ranks the positive higher 88 % of the time.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Test PR AUC = 0.039  -  ~35x the LR baseline's 0.0011, and the metric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that actually matters on a 0.0043% positive rate.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Why precision is tiny:  with this much imbalance, even a model that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ranks 88% of pairs correctly produces many absolute false positives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(negatives are 99.996% of the data). Threshold tuning (slide 14b)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is how we manage that operationally.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Top 15 features driving the model</a:t>
            </a:r>
          </a:p>
        </p:txBody>
      </p:sp>
      <p:pic>
        <p:nvPicPr>
          <p:cNvPr id="5" name="Picture 4" descr="feature_impor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44032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280160"/>
            <a:ext cx="3200400" cy="5303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Top driver: dns_unique_resolved_computers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    The model has learned that the DIVERSITY of DNS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    targets a host queries is a strong red-team signal.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Flow-level features dominate the top of the list -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fewer auth signals than you might expect.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Interpretation: real attackers move laterally via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DNS reconnaissance and flow probes more visibly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</a:rPr>
              <a:t>than via the auth log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Serving layer — FastAPI on EC2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822960" cy="502920"/>
          </a:xfrm>
          <a:prstGeom prst="roundRect">
            <a:avLst/>
          </a:prstGeom>
          <a:solidFill>
            <a:srgbClr val="3B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53312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99031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liveness + model_loaded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822960" cy="502920"/>
          </a:xfrm>
          <a:prstGeom prst="roundRect">
            <a:avLst/>
          </a:prstGeom>
          <a:solidFill>
            <a:srgbClr val="3B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02536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11680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/model_info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57400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served model + last-known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96896"/>
            <a:ext cx="822960" cy="502920"/>
          </a:xfrm>
          <a:prstGeom prst="roundRect">
            <a:avLst/>
          </a:prstGeom>
          <a:solidFill>
            <a:srgbClr val="3B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60903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70048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715768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feature contract for clients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55263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1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28415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374135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single-row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13631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986783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/batch_predict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032503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many-row prediction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1999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36007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645151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690871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per-feature contribution (XAI)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0367"/>
            <a:ext cx="822960" cy="5029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94375"/>
            <a:ext cx="82296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03519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onsolas"/>
              </a:rPr>
              <a:t>/counterfactual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349239"/>
            <a:ext cx="640080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smallest interventions to lower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4983480"/>
            <a:ext cx="3657600" cy="1188720"/>
          </a:xfrm>
          <a:prstGeom prst="round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5074920"/>
            <a:ext cx="36576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WOW factor lives in the last 2 endpoints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440680"/>
            <a:ext cx="365760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/explain and /counterfactual together =
real decision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Wow #1 — Explainable AI by exact decomposition</a:t>
            </a:r>
          </a:p>
        </p:txBody>
      </p:sp>
      <p:pic>
        <p:nvPicPr>
          <p:cNvPr id="5" name="Picture 4" descr="explaine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863840" cy="36990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097280"/>
            <a:ext cx="338328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400" b="1" i="0">
                <a:solidFill>
                  <a:srgbClr val="E65555"/>
                </a:solidFill>
                <a:latin typeface="Consolas"/>
              </a:rPr>
              <a:t>/explain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828800"/>
            <a:ext cx="3383280" cy="457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Linear-model decomposition: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contribution_i =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    coef_i x scaled_value_i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Exact log-odds breakdown,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not a SHAP approximation.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Red bars = raises risk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Green bars = lowers risk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Top driver labeled in plain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language under the chart.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Wow #2 — Counterfactual recommender</a:t>
            </a:r>
          </a:p>
        </p:txBody>
      </p:sp>
      <p:pic>
        <p:nvPicPr>
          <p:cNvPr id="5" name="Picture 4" descr="counterfactual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863840" cy="3588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097280"/>
            <a:ext cx="338328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000" b="1" i="0">
                <a:solidFill>
                  <a:srgbClr val="E65555"/>
                </a:solidFill>
                <a:latin typeface="Consolas"/>
              </a:rPr>
              <a:t>/counterfactual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737360"/>
            <a:ext cx="3383280" cy="457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explain  =  WHY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counterfactual  =  WHAT TO DO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For each feature j: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smallest raw change to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bring P(risk) below 20%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Exact inverse of the linear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model. Not a heuristic.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Result is a ranked table of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single-feature interventions.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Combine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Wow #3 — Four-model bake-off + cost-aware threshold tuning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6949440" cy="4087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960120"/>
            <a:ext cx="45720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700" b="1" i="0">
                <a:solidFill>
                  <a:srgbClr val="E65555"/>
                </a:solidFill>
              </a:rPr>
              <a:t>MLflow picks the winner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17320"/>
            <a:ext cx="4572000" cy="5029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logistic_regression_baseline   linear, interpretable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random_forest_model             non-linear baseline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xgboost_model                    gradient-boosted trees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lightgbm_model                   histogram boosting  &lt;- WINNER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Test ROC AUC   LR=0.820  -&gt;  LightGBM=0.881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Test PR AUC   LR=0.0011 -&gt;  LightGBM=0.0390  (35x)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All 4 logged to MLflow tracking.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Winner aliased  Production  in Model Registry.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LR sidecar kept loaded so /counterfactual still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works even though a tree model serves.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/explain handles all three model families: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  linear  -&gt; coef * scaled_value (exact)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  XGBoost -&gt; booster.predict(pred_contribs=True)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</a:rPr>
              <a:t>  LightGBM -&gt; booster.predict(pred_contrib=True)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86400"/>
            <a:ext cx="7315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1" i="0">
                <a:solidFill>
                  <a:srgbClr val="E65555"/>
                </a:solidFill>
              </a:rPr>
              <a:t>Plus cost-aware threshold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52160"/>
            <a:ext cx="7040880" cy="10972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Default cutoff is 0.5; operationally it should not be. /threshold_analysis serves the validation PR curve + F1-optimal threshold. /cost_optimal_threshold takes {cost_fp, cost_fn} and returns the threshold that minimizes expected operational cost. UI surfaces both as a cost-matrix calculator.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Wow #4 - Live monitor: scoring engine under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000" b="1" i="0">
                <a:solidFill>
                  <a:srgbClr val="E65555"/>
                </a:solidFill>
              </a:rPr>
              <a:t>Streaming SIMULATOR, not a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What the Live monitor tab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760720" cy="33832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Replays 120 rows from the gold sample at ~1.25 events/sec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Every dot = a real HTTP call to /batch_predict on EC2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Live KPI tiles: events, alerts fired, max P, mean 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Auto-fires red alert banner when P &gt;= adjustable threshold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Trajectory chart updates via st.fragment(run_every='0.8s')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Inject HIGH-risk button splices the canonical attack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fingerprint into the stream on demand (hits /predict)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4864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</a:rPr>
              <a:t>What changes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5486400" cy="33832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load_replay_pool()  -&gt; Kinesis / Kafka consumer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st.fragment timer   -&gt; event arrival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session_state list  -&gt; DynamoDB / S3 alert sink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Model artifact      UNCHANGED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FastAPI service     UNCHANGED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Feature contract    UNCHANGED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Three rows of plumbing change.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The entire ML system stays the same.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That is the architectural payoff of putting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scoring behind an HTTP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400" b="1" i="0">
                <a:solidFill>
                  <a:srgbClr val="E65555"/>
                </a:solidFill>
              </a:rPr>
              <a:t>Honest disclaimer (delivered on stage)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The scoring engine is production-grade and deployed.  The ingest in this demo is a simulator - a recorded CSV replayed on a Python timer, not a Kinesis consumer.  We say this out loud during the demo.  Hand-wavy 'real-time' claims get caught in Q&amp;A; honest framing wins the rubric.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Hosting + test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Live URL:   https://lanlthreat.streamlit.app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API:        http://98.94.30.68:8000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test_project.py at repo root.  Six end-to-end checks: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/health      -&gt; model_loaded == True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/model_info  -&gt; metrics surface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/features    -&gt; contract returned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/predict     -&gt; {full / sparse / legacy-flat payloads}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Single command: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 python test_project.py --url http://98.94.30.68:8000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Exit 0 on success, 1 on any failure.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CI workflow runs this on every push (.github/workflows/ci.yml).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pivot — Databricks → AWS</a:t>
            </a:r>
          </a:p>
        </p:txBody>
      </p:sp>
      <p:pic>
        <p:nvPicPr>
          <p:cNvPr id="5" name="Picture 4" descr="pivot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430000" cy="5739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760720"/>
            <a:ext cx="10972800" cy="10058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0" i="0">
                <a:solidFill>
                  <a:srgbClr val="1F2A44"/>
                </a:solidFill>
              </a:rPr>
              <a:t>Started on Databricks. Hit free-tier storage limits on the 11 GB dataset. Rerouted to AWS equivalents WITHOUT changing the architecture. Engineering = changing the plan when reality requires it, while preserving the goals.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6430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000" b="1" i="0">
                <a:solidFill>
                  <a:srgbClr val="E65555"/>
                </a:solidFill>
              </a:rPr>
              <a:t>Honest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Single dataset; generalization not validated.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Time is relative seconds; no diurnal features.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No streaming layer (offline batch only).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Red-team campaign ends mid-dataset;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    stratified random split with disclosure.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000" b="1" i="0">
                <a:solidFill>
                  <a:srgbClr val="E65555"/>
                </a:solidFill>
              </a:rPr>
              <a:t>Future work, by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114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1.  Per-cost-matrix threshold tuning.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  analyst would supply FP-cost / FN-cost; the system picks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      the threshold that minimizes expected operational cost.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2.  Streaming: Kinesis -&gt; Spark Structured Streaming -&gt; live scoring.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3.  Automated retraining: EventBridge cron -&gt; EMR Step + train_model.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</a:rPr>
              <a:t>4.  Multi-feature counterfactual paths (ensemble of interventions).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3716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Thank you.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2200" b="0" i="0">
                <a:solidFill>
                  <a:srgbClr val="D1D5DB"/>
                </a:solidFill>
              </a:rPr>
              <a:t>Live demo follows.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  <a:latin typeface="Consolas"/>
              </a:rPr>
              <a:t>Live URL       https://lanlthreat.streamlit.app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  <a:latin typeface="Consolas"/>
              </a:rPr>
              <a:t>API            http://98.94.30.68:8000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  <a:latin typeface="Consolas"/>
              </a:rPr>
              <a:t>Repository     https://github.com/mcrisci24/lanl-threat-pipeline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