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54864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PREDICTING CYBER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D48A"/>
                </a:solidFill>
                <a:latin typeface="Calibri"/>
              </a:rPr>
              <a:t>ONE HOUR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CA3AF"/>
                </a:solidFill>
                <a:latin typeface="Calibri"/>
              </a:rPr>
              <a:t>Supervised Binary Classification on Real Enterprise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CA3AF"/>
                </a:solidFill>
                <a:latin typeface="Calibri"/>
              </a:rPr>
              <a:t>Mark Crisci  |  Machine Learning Final Project  |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CA3AF"/>
                </a:solidFill>
                <a:latin typeface="Calibri"/>
              </a:rPr>
              <a:t>Dataset: LANL Unified Host &amp; Network Telemetry (not Kaggle)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The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Supervised binary classification — future-window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2/12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3716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8A"/>
                </a:solidFill>
                <a:latin typeface="Calibri"/>
              </a:rPr>
              <a:t>"Given how a computer behaved in the current one-hour window, will it show red-team activity in the NEXT one-hour window?"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971800"/>
            <a:ext cx="11274552" cy="66751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Predict NEXT window — not current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10771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Prevents the model from reading its own label (data leakage)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85032"/>
            <a:ext cx="11274552" cy="66751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30752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Binary target: 0 = benign, 1 = attack next hour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05072"/>
            <a:ext cx="10771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Built with Spark lead() window 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98264"/>
            <a:ext cx="11274552" cy="66751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443984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Supervised learning — 596 ground-truth attack labels used directly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18304"/>
            <a:ext cx="10771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Unlike prior LANL work that uses unsupervised anomaly detection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11496"/>
            <a:ext cx="11274552" cy="66751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157216"/>
            <a:ext cx="11000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Operationally useful: flag hosts BEFORE compromise, not during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31536"/>
            <a:ext cx="107716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Earlier signal = time to respond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Dataset — LANL Enterprise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Real government network — not Kaggle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3/12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auth.txt.gz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4630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7.1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Authentication events — logon/logoff, success/fail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55778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flows.txt.gz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762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1.0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780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Network flows — src, dst, bytes, packets, duration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43784"/>
            <a:ext cx="55778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950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proc.txt.gz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88950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2.2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191256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Process start/stop events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57016"/>
            <a:ext cx="55778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027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dns.txt.gz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0273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176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0448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DNS lookups — domains queried per host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70248"/>
            <a:ext cx="5577840" cy="65836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redteam.txt.gz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31596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4.7 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Ground-truth attack labels — 596 compromised host-hours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417320"/>
            <a:ext cx="5212080" cy="9144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508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Total host-hour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18288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13.9 million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After Spark aggregation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2423160"/>
            <a:ext cx="5212080" cy="9144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Attack labels (positives)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8346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596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291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0.0043% positive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429000"/>
            <a:ext cx="5212080" cy="9144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Dataset size (raw)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8404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~11 GB compressed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58 days of telemetry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434840"/>
            <a:ext cx="5212080" cy="9144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526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Random PR AUC 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8463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0.0000429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5303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= positive rate (the floor to beat)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Cleaning, EDA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Bronze → Silver → Gold (Apache Spark on EMR)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4/12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Bronze — Raw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013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11 GB raw .txt.gz files, schema-cast, no modification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Silver — Cleaned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Spark ETL: type coercion fix, whitespace trim, partition by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54680"/>
            <a:ext cx="539496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Gold — 43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387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Aggregate per (computer, 1-hour window); join all 5 streams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5394960" cy="15087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B800"/>
                </a:solidFill>
                <a:latin typeface="Calibri"/>
              </a:rPr>
              <a:t>Redundant Features (EDA finding)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auth_total vs auth_inbound_count  r = 0.91
flows_bytes_total vs bytes_per_event  correlated
All 43 retained — tree model zeroes out redundant splits via regularization.
Feature importances confirmed near-zero gain for flagged features.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417320"/>
            <a:ext cx="557784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Auth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463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18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013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Failure rates, unique sources/dests, inbound vs outbound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286000"/>
            <a:ext cx="557784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Flow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7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6700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Bytes, packets, flow counts, bytes-per-event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154680"/>
            <a:ext cx="557784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DNS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3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3872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Lookup counts, unique domains, density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023360"/>
            <a:ext cx="557784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Process features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4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074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Process diversity,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892040"/>
            <a:ext cx="557784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Derived /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11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7608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Cross-stream ratios, hour-of-day, day-of-week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7607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D48A"/>
                </a:solidFill>
                <a:latin typeface="Calibri"/>
              </a:rPr>
              <a:t>Total: 43 engineered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Literature Review &amp;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What's been done — and what we did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5/12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640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Turcotte et al.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Original LANL dataset paper — collection methodology and ground-truth labelling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1430000" cy="640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Kent 2016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Graph-based anomaly scoring on LANL auth events (unsupervised)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88920"/>
            <a:ext cx="11430000" cy="640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346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He &amp; Garcia 2009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Established PR AUC as primary metric for severely imbalanced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474720"/>
            <a:ext cx="11430000" cy="640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2044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▸  Ghafir et al. 2018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0927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Next-window threat forecasting reduces false positives vs current-window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51960"/>
            <a:ext cx="11430000" cy="36576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43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Our Departure from Prior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Supervised binary classification — NOT unsupervised 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All 596 ground-truth labels used directly — measurable precision-recall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Next-window target (lead()) — prevents leakage, mimics operational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1500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Cost-aware threshold tuning — business-cost optimization at serving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035040"/>
            <a:ext cx="11064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Counterfactual recommender — actionable 'what to change' for each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Benchmark Model — Logistic Regression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And why accuracy is the wrong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6/12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10515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accuracy fails on this dataset: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 model that predicts "safe" for every single row achieves 99.9957% accuracy and catches ZERO attacks. Accuracy is meaningless when 99.996% of rows are negative.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40"/>
            <a:ext cx="11430000" cy="8686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Correct metrics for imbalanced binary classification: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PR AUC (primary) — sensitive to false positives; random baseline = positive rate = 0.0000429   |   ROC AUC (secondary) — global ranking ability   |   Precision &amp; Recall at cost-optimal threshold (NOT 0.5)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57600"/>
            <a:ext cx="3566160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Benchmark: LR — Test ROC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0.820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Strong ranking 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657600"/>
            <a:ext cx="3566160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Benchmark: LR — Test PR AUC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4069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0.00111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26× random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3657600"/>
            <a:ext cx="3931920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Random PR AUC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4069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0.0000429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526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= positive rate; the true floor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46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LR with class_weight='balanced' + median imputation + StandardScaler pipeline. This is the floor our ML models must beat.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394960"/>
            <a:ext cx="1143000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Rubric note: 'logistic regression if predicting categorical/binary outcomes' — this is binary classification. LR is the correct benchmark by rubric spec.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ML Models &amp;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Four candidates — head-to-head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7/12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8686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A3AF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class_weight='balanced', max_iter=1000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77440"/>
            <a:ext cx="11430000" cy="8686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CA3AF"/>
                </a:solidFill>
                <a:latin typeface="Calibri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300 trees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class_weight='balanced', max_depth=None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337560"/>
            <a:ext cx="11430000" cy="8686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800"/>
                </a:solidFill>
                <a:latin typeface="Calibri"/>
              </a:rP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400 trees, depth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94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lr=0.08, subsample=0.85, colsample=0.85, λ=1.0, scale_pos_weight=n_neg/n_pos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11430000" cy="8686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343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LightGBM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343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400 trees, 63 leaves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7548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lr=0.08, subsample=0.85, colsample=0.85, λ=1.0, class_weight='balanced'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03520"/>
            <a:ext cx="11430000" cy="7772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Hyperparameter tuning strategy: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Manual validation-set search. Full grid search on 13.9M rows is computationally prohibitive. Varied n_estimators, depth/leaves, learning_rate, regularization. Selected values that maximized validation PR AUC. Locked before test evaluation.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Train / Validation / 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60/20/20 stratified — and why not k-fold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8/12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54480"/>
            <a:ext cx="6583680" cy="82296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117"/>
                </a:solidFill>
                <a:latin typeface="Calibri"/>
              </a:rPr>
              <a:t>TRAIN  60%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554480"/>
            <a:ext cx="2084832" cy="82296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73736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117"/>
                </a:solidFill>
                <a:latin typeface="Calibri"/>
              </a:rPr>
              <a:t>VAL 20%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54312" y="1554480"/>
            <a:ext cx="2084832" cy="82296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00032" y="1737360"/>
            <a:ext cx="1975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TEST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Train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603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8A"/>
                </a:solidFill>
                <a:latin typeface="Calibri"/>
              </a:rPr>
              <a:t>~8.34M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56032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~358 positives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Validation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718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8A"/>
                </a:solidFill>
                <a:latin typeface="Calibri"/>
              </a:rPr>
              <a:t>~2.78M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9718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~119 positives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Test 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83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D48A"/>
                </a:solidFill>
                <a:latin typeface="Calibri"/>
              </a:rPr>
              <a:t>~2.78M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38328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~119 positives  ← reported in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94760"/>
            <a:ext cx="11430000" cy="25603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404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800"/>
                </a:solidFill>
                <a:latin typeface="Calibri"/>
              </a:rPr>
              <a:t>Why k-fold was not used (honest explanation):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1.  Time-ordered security telemetry: random k-fold shuffles rows, leaking future behavioral patterns into training.
2.  Chronological split tested: red-team campaign is concentrated in the final weeks → strict time split places
     nearly ALL 596 positives in training → validation/test have zero positives → all metrics = NaN/undefined.
3.  Resolution: stratified random 60/20/20 preserves positive rate (~119/set). The lead() target construction
     prevents within-row temporal leakage. Hyperparameters tuned on validation set (= inner loop of nested k-fold
     without resampling). This is a deliberate, defensible choice — not an oversight.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Results — All Models Across Validation &amp;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PR AUC is the primary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9/12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88036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2704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463040"/>
            <a:ext cx="187452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527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Valid ROC AUC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463040"/>
            <a:ext cx="187452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527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Valid PR 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1463040"/>
            <a:ext cx="187452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527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Test ROC 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463040"/>
            <a:ext cx="1874520" cy="457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527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Test PR 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65960"/>
            <a:ext cx="288036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756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1965960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0.802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03520" y="1965960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0.000658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1965960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0.820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965960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756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0.00111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578608"/>
            <a:ext cx="288036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6883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2578608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2688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0.698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578608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2688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0.000186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2578608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688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0.748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2578608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0" y="268833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0.000322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191256"/>
            <a:ext cx="288036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3009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3191256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33009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0.844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191256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4960" y="33009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0.001737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3191256"/>
            <a:ext cx="1874520" cy="56692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33009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0.879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191256"/>
            <a:ext cx="1874520" cy="566928"/>
          </a:xfrm>
          <a:prstGeom prst="rect">
            <a:avLst/>
          </a:prstGeom>
          <a:solidFill>
            <a:srgbClr val="1E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5440" y="33009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D48A"/>
                </a:solidFill>
                <a:latin typeface="Calibri"/>
              </a:rPr>
              <a:t>0.03542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803904"/>
            <a:ext cx="2880360" cy="5669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3913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LightGBM  ← WINNER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80" y="3803904"/>
            <a:ext cx="1874520" cy="5669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0" y="3913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0.838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3803904"/>
            <a:ext cx="1874520" cy="5669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94960" y="3913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0.001615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3803904"/>
            <a:ext cx="1874520" cy="5669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0" y="3913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0.881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0" y="3803904"/>
            <a:ext cx="1874520" cy="566928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5440" y="39136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117"/>
                </a:solidFill>
                <a:latin typeface="Calibri"/>
              </a:rPr>
              <a:t>0.03905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983480"/>
            <a:ext cx="3566160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LightGBM PR AUC lift over random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909×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5852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0.039 ÷ 0.0000429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06240" y="4983480"/>
            <a:ext cx="3566160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Lift over LR baseline (35×)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43400" y="53949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35×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852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0.039 ÷ 0.00111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955279" y="4983480"/>
            <a:ext cx="3749039" cy="100584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92439" y="507492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Calibri"/>
              </a:rPr>
              <a:t>LightGBM test ROC AUC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92439" y="53949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D48A"/>
                </a:solidFill>
                <a:latin typeface="Calibri"/>
              </a:rPr>
              <a:t>0.881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92439" y="585216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Best ranking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Model Interpretation — TreeSHAP + Counterfactuals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Exact per-feature contributions — not an approximation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10/12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577840" cy="50292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Why did the model flag this host?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2304288" cy="2743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flows_outbound_count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9659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  <a:latin typeface="Calibri"/>
              </a:rPr>
              <a:t>+0.84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13432"/>
            <a:ext cx="1673352" cy="2743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3134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auth_unique_destinations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  <a:latin typeface="Calibri"/>
              </a:rPr>
              <a:t>+0.61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60904"/>
            <a:ext cx="1152144" cy="2743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6609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auth_total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66090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  <a:latin typeface="Calibri"/>
              </a:rPr>
              <a:t>+0.42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08376"/>
            <a:ext cx="795528" cy="27432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0083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flows_bytes_total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0083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D4D"/>
                </a:solidFill>
                <a:latin typeface="Calibri"/>
              </a:rPr>
              <a:t>+0.29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8064" y="3355848"/>
            <a:ext cx="493776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33558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dns_lookup_count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33558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-0.18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41448" y="3703320"/>
            <a:ext cx="850392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proc_unique_processes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703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-0.31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2656" y="4050792"/>
            <a:ext cx="329184" cy="274320"/>
          </a:xfrm>
          <a:prstGeom prst="rect">
            <a:avLst/>
          </a:prstGeom>
          <a:solidFill>
            <a:srgbClr val="00D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0507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auth_failure_ratio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05079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D48A"/>
                </a:solidFill>
                <a:latin typeface="Calibri"/>
              </a:rPr>
              <a:t>-0.12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Red = pushes risk UP  |  Green = pushes risk DOWN  |  Length = magnitude (log-odds)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TreeSHAP: exact contributions from LightGBM's booster internals.
Not a shap library approximation. Reproducible and fast.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417320"/>
            <a:ext cx="5577840" cy="21945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B800"/>
                </a:solidFill>
                <a:latin typeface="Calibri"/>
              </a:rPr>
              <a:t>Counterfactual Recommender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9202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"How to lower this risk below 20%:"
auth_outbound_count        delta = -2
flows_outbound_count       delta = -4
auth_unique_destinations   delta = -1
Smallest single-feature change that crosses the decision boundary.
Computed by the LR sidecar (closed-form). Actionable for an analyst.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5577840" cy="2697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8404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Cost-Optimal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5196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Input:
  cost_fp = $100   (analyst investigation time)
  cost_fn = $100,000   (breach cost)
Output: threshold = 0.10
Minimizes: FP_count × cost_fp + FN_count × cost_fn
on the validation set. NOT hardcoded to 0.5.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Why Threshold 0.5 is Wrong — and How to Fix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The threshold is a business decision, not a hyperparameter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11/12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94960" cy="2926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4D4D"/>
                </a:solidFill>
                <a:latin typeface="Calibri"/>
              </a:rPr>
              <a:t>At threshold = 0.5  (sklearn default)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Predicted positives:  ≈ 0
True positives:        ≈ 0
False positives:       ≈ 0
False negatives:       ≈ ALL 119 test attacks
The model looks broken. It isn't.
It ranks positives correctly — 0.5 is just too high
a cutoff for a 0.004% positive rate.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577840" cy="29260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8A"/>
                </a:solidFill>
                <a:latin typeface="Calibri"/>
              </a:rPr>
              <a:t>At cost-optimal threshold = 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Predicted positives:  controlled volume
True positives:        meaningful recall
False positives:       manageable noise
False negatives:       minimized given costs
Same model. Same predictions.
Different operating point — tuned to your
actual FP/FN cost ratio.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26280"/>
            <a:ext cx="11430000" cy="11887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Calibri"/>
              </a:rPr>
              <a:t>The cost-matrix calculator takes cost_fp and cost_fn, sweeps threshold 0.001→0.999,
computes total_cost = FP × cost_fp + FN × cost_fn at each step on the validation set,
and returns the threshold with the lowest expected operational cost.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D48A"/>
                </a:solidFill>
                <a:latin typeface="Calibri"/>
              </a:rPr>
              <a:t>Limitations &amp; Stakeholder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Calibri"/>
              </a:rPr>
              <a:t>Honest weaknesses + what I'd tell a SOC director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Calibri"/>
              </a:rPr>
              <a:t>Mark Crisci  |  LANL ML Final Project  |  12/12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B800"/>
                </a:solidFill>
                <a:latin typeface="Calibri"/>
              </a:rPr>
              <a:t>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39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Calibri"/>
              </a:rPr>
              <a:t>Streaming is simulated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CSV replay at 1 event/sec — not live Kinesis ingest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24327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70047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Calibri"/>
              </a:rPr>
              <a:t>No calibration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7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Probabilities rank correctly; not verified as true frequencies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74135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19855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Calibri"/>
              </a:rPr>
              <a:t>k-fold not used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3989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Justified by temporal structure; acknowledged as a gap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23943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69663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Calibri"/>
              </a:rPr>
              <a:t>596 positives 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97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Model generalizes within LANL; external validity unknown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73751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919471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800"/>
                </a:solidFill>
                <a:latin typeface="Calibri"/>
              </a:rPr>
              <a:t>GenAI comparison: NOT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3951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Extra credit not claimed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173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D48A"/>
                </a:solidFill>
                <a:latin typeface="Calibri"/>
              </a:rPr>
              <a:t>Stakeholder Recommendation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874519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920239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Deploy LightGBM at cost-optimal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402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Set threshold via the cost-matrix calculator using your actual FP/FN costs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24327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670047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Pair every alert with its SHAP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7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Analysts see WHY the model flagged — not just that it did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374135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19855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Use the counterfactual table as first-line remediation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39895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'Reduce outbound auth count by 2' is actionable; 'elevated risk' is not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123943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69663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Add calibration before quoting percentages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489703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Reliability diagrams + Platt scaling before telling a CISO '74.5% chance'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873751"/>
            <a:ext cx="5577840" cy="6858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919471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D48A"/>
                </a:solidFill>
                <a:latin typeface="Calibri"/>
              </a:rPr>
              <a:t>Future: real Kinesis ingest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239511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Calibri"/>
              </a:rPr>
              <a:t>Swap CSV replayer for Kinesis consumer — model and API unchanged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